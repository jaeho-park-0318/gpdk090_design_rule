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39" r:id="rId2"/>
    <p:sldId id="538" r:id="rId3"/>
    <p:sldId id="537" r:id="rId4"/>
    <p:sldId id="540" r:id="rId5"/>
    <p:sldId id="54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2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7331-7F84-4EDE-A3F0-72E7340B1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651D95-54F1-4A25-A095-41A10A689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6552AA-7914-4C63-8669-93D983B3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FF62EA-8F39-4460-BCC6-9D51ACCB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A4EC3-2495-402E-B4B9-D4131860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57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22B76-5E1D-4BA6-BA17-EC703CF8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B05BF-916D-4D56-A34E-C68F7772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8DCAF-EC93-401C-A31A-F700EAF62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3C705-97C5-4CB8-9F0F-093A7D74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54578-B9DE-4401-B6C4-2786CFD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1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D969E-9FB8-4C12-9254-39C0DCC0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9E3CE-A1D8-4FB9-9813-25ADF80C7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194135-68EB-4928-B76B-50BBB9762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6F0D6-C81A-4AFE-889E-BC048B08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8E92A9-4F23-455E-829E-612ACEAB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61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6E77D-F509-40C2-8F0E-C522B1AF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BE4EF3-47A8-49F4-AF9F-4264B6F52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1834E2-1BAF-4343-A724-9B5E35662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F37AC9-301E-4F10-8ADA-756B7A2E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E19A3F-D44C-4D0C-BF1D-CF767801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CF0250-79F2-4C27-9866-D94E0AEE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49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9A562-F0DA-4CB1-A0CC-929F5BFCE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0B543B-AAF3-4F5B-AE0E-997819CEC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BCE3BE-6364-4915-9841-035DEC559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2A2A5D-04B2-4A82-A3B0-A47A03BAC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F16242-914D-4B15-924D-2C4E114D2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5F6C23-7843-411B-9F37-EFBF14E0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93BD5E-A47E-426D-956D-873DC514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A521B0-7148-4BF1-952C-108C3471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06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B2220-AF42-492A-8B30-6444E437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032A53-474F-4FB2-A899-D8BEC5C4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E280D-871D-41ED-82B6-972A5CDA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152DA6-442D-452C-BB9D-88439D5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52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27EFA0-349D-4904-B7F5-CBA6D265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A0C1D1-856E-49B0-A6D4-5D641BD2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C99E6-2CAB-4D6F-8E9C-4D3D493D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384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E23BD-E944-4A2A-A391-AD543C9D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3E8ED-0FD6-4AA5-A823-352BAC116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0E7561-C128-421C-9DD9-0071848DB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D07107-4A86-4EE2-928D-E19B21AF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CCCFFB-1352-408D-AA3A-B0AD2EDF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B22802-571D-4603-8BAE-E2DB0FB5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18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94FA9-C47E-4C15-B650-B642507B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F12D42-E5B8-4D1D-9B8D-DDB1097EA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2C6143-1C6E-4E97-9B68-B26B6ED06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411DC6-5A92-4D9B-B628-28D7E345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F9A2F-4B1B-4EAF-AC1E-854D2213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194248-22E8-4148-9A60-B24C737BF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84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90B7A-422A-4AA0-8EEE-2A914025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213267-D322-4536-BEF1-2313573C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37B9FD-5DD0-4D61-831E-7636915B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BECA2-F49F-4820-AE8E-89F67BBF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35162-79B0-4B07-B789-F8CEE003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11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29C878-FB52-4C2B-AB07-5D7603661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66208B-467D-4AA1-8844-A33258C9D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84F2F-67C2-4D54-8A66-67BA540C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FA5A9-AF30-46A8-B605-5B29D6F7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DD08C4-FA21-49EC-93A8-DBC111C8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333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1995" cy="6855518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 hasCustomPrompt="1"/>
          </p:nvPr>
        </p:nvSpPr>
        <p:spPr>
          <a:xfrm>
            <a:off x="609601" y="1485236"/>
            <a:ext cx="10972800" cy="4823418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rgbClr val="07B8E1"/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/>
              <a:t>Replaced with your own text</a:t>
            </a:r>
            <a:endParaRPr lang="ko-KR" altLang="en-US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09601" y="189391"/>
            <a:ext cx="10972801" cy="798568"/>
          </a:xfrm>
        </p:spPr>
        <p:txBody>
          <a:bodyPr vert="horz" lIns="99569" tIns="49785" rIns="99569" bIns="49785" rtlCol="0" anchor="ctr">
            <a:normAutofit/>
          </a:bodyPr>
          <a:lstStyle>
            <a:lvl1pPr algn="ctr" defTabSz="995491" rtl="0" eaLnBrk="1" latinLnBrk="1" hangingPunct="1">
              <a:spcBef>
                <a:spcPct val="0"/>
              </a:spcBef>
              <a:buNone/>
              <a:defRPr lang="ko-KR" altLang="en-US" sz="3999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1" y="6500837"/>
            <a:ext cx="2844800" cy="220641"/>
          </a:xfrm>
        </p:spPr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2026-07-23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2" y="6500837"/>
            <a:ext cx="3860800" cy="22064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1" y="6500837"/>
            <a:ext cx="2844800" cy="220641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4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0D5AAF-E9FC-4716-A3CB-938CE626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F8C10-5A4E-4C67-AEF5-4D55BA3EF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40F94-7882-404C-B07B-650565825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66632-A040-42C1-A297-048ACA8C1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62BB4C-230C-441A-B54E-B3DFFDBF6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6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7E6525A-EF14-48E3-8254-0E245D138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2465866"/>
            <a:ext cx="10972801" cy="798568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조 </a:t>
            </a:r>
            <a:r>
              <a:rPr lang="en-US" altLang="ko-KR" dirty="0">
                <a:solidFill>
                  <a:schemeClr val="tx1"/>
                </a:solidFill>
              </a:rPr>
              <a:t>antenna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Rules | </a:t>
            </a:r>
            <a:r>
              <a:rPr lang="en-US" altLang="ko-KR" dirty="0">
                <a:solidFill>
                  <a:schemeClr val="accent4"/>
                </a:solidFill>
              </a:rPr>
              <a:t>ANT.3 </a:t>
            </a:r>
            <a:r>
              <a:rPr lang="en-US" altLang="ko-KR" dirty="0">
                <a:solidFill>
                  <a:schemeClr val="tx1"/>
                </a:solidFill>
              </a:rPr>
              <a:t>–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C00000"/>
                </a:solidFill>
              </a:rPr>
              <a:t>15um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5403631F-217A-4623-87C2-CD86C4E59708}"/>
              </a:ext>
            </a:extLst>
          </p:cNvPr>
          <p:cNvSpPr txBox="1">
            <a:spLocks/>
          </p:cNvSpPr>
          <p:nvPr/>
        </p:nvSpPr>
        <p:spPr>
          <a:xfrm>
            <a:off x="609599" y="4142266"/>
            <a:ext cx="10972801" cy="798568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>
            <a:lvl1pPr algn="ctr" defTabSz="99549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999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schemeClr val="tx1"/>
                </a:solidFill>
              </a:rPr>
              <a:t>박재호 </a:t>
            </a:r>
            <a:r>
              <a:rPr lang="ko-KR" altLang="en-US" sz="2000" dirty="0" err="1">
                <a:solidFill>
                  <a:schemeClr val="tx1"/>
                </a:solidFill>
              </a:rPr>
              <a:t>김규민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</a:rPr>
              <a:t>전제현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</a:rPr>
              <a:t>곽대현</a:t>
            </a:r>
            <a:r>
              <a:rPr lang="ko-KR" altLang="en-US" sz="2000" dirty="0">
                <a:solidFill>
                  <a:schemeClr val="tx1"/>
                </a:solidFill>
              </a:rPr>
              <a:t> 이준민 </a:t>
            </a:r>
            <a:r>
              <a:rPr lang="ko-KR" altLang="en-US" sz="2000" dirty="0" err="1">
                <a:solidFill>
                  <a:schemeClr val="tx1"/>
                </a:solidFill>
              </a:rPr>
              <a:t>윤경환</a:t>
            </a:r>
            <a:r>
              <a:rPr lang="ko-KR" altLang="en-US" sz="2000" dirty="0">
                <a:solidFill>
                  <a:schemeClr val="tx1"/>
                </a:solidFill>
              </a:rPr>
              <a:t> 전민석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57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B8EEE8-7F4F-4F28-81D7-3F0F18E92EDA}"/>
              </a:ext>
            </a:extLst>
          </p:cNvPr>
          <p:cNvSpPr/>
          <p:nvPr/>
        </p:nvSpPr>
        <p:spPr>
          <a:xfrm>
            <a:off x="303093" y="4645790"/>
            <a:ext cx="5497976" cy="755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D9B9A65-D2E9-4C76-9F7E-EA0EB145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86" y="189390"/>
            <a:ext cx="10804123" cy="738650"/>
          </a:xfrm>
        </p:spPr>
        <p:txBody>
          <a:bodyPr/>
          <a:lstStyle/>
          <a:p>
            <a:r>
              <a:rPr lang="en-US" altLang="ko-KR" dirty="0"/>
              <a:t>ANT.3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98B888-4039-4D74-871A-827748DDC119}"/>
              </a:ext>
            </a:extLst>
          </p:cNvPr>
          <p:cNvSpPr/>
          <p:nvPr/>
        </p:nvSpPr>
        <p:spPr>
          <a:xfrm>
            <a:off x="5974047" y="3228197"/>
            <a:ext cx="266358" cy="3692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B20B8F-4280-4C99-8810-99DA20F6F5B9}"/>
              </a:ext>
            </a:extLst>
          </p:cNvPr>
          <p:cNvSpPr/>
          <p:nvPr/>
        </p:nvSpPr>
        <p:spPr>
          <a:xfrm>
            <a:off x="303092" y="5401228"/>
            <a:ext cx="5497977" cy="8977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P-substrate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95782E-9D8A-45CE-AD81-4F5D4738C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20" y="1443619"/>
            <a:ext cx="4074840" cy="2664681"/>
          </a:xfrm>
          <a:prstGeom prst="rect">
            <a:avLst/>
          </a:prstGeom>
        </p:spPr>
      </p:pic>
      <p:sp>
        <p:nvSpPr>
          <p:cNvPr id="31" name="제목 2">
            <a:extLst>
              <a:ext uri="{FF2B5EF4-FFF2-40B4-BE49-F238E27FC236}">
                <a16:creationId xmlns:a16="http://schemas.microsoft.com/office/drawing/2014/main" id="{934F86C6-7EBE-4BA3-914A-1884532148DE}"/>
              </a:ext>
            </a:extLst>
          </p:cNvPr>
          <p:cNvSpPr txBox="1">
            <a:spLocks/>
          </p:cNvSpPr>
          <p:nvPr/>
        </p:nvSpPr>
        <p:spPr>
          <a:xfrm>
            <a:off x="457206" y="547831"/>
            <a:ext cx="10804123" cy="738650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>
            <a:lvl1pPr algn="ctr" defTabSz="99549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999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1800" dirty="0">
                <a:solidFill>
                  <a:schemeClr val="tx1"/>
                </a:solidFill>
              </a:rPr>
              <a:t>Maximum ratio of Poly Contact area to the gate area the Contact is connected with (&gt;15um)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44D0E36-6822-4202-8566-E704CB9B3B0A}"/>
              </a:ext>
            </a:extLst>
          </p:cNvPr>
          <p:cNvCxnSpPr>
            <a:cxnSpLocks/>
          </p:cNvCxnSpPr>
          <p:nvPr/>
        </p:nvCxnSpPr>
        <p:spPr>
          <a:xfrm>
            <a:off x="3319398" y="3223377"/>
            <a:ext cx="0" cy="217785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5690D2-2A1B-459C-9432-BF2FE19F501D}"/>
              </a:ext>
            </a:extLst>
          </p:cNvPr>
          <p:cNvSpPr/>
          <p:nvPr/>
        </p:nvSpPr>
        <p:spPr>
          <a:xfrm>
            <a:off x="303092" y="5374165"/>
            <a:ext cx="2206801" cy="3319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0852F4-229A-44E5-B1E9-029366809389}"/>
              </a:ext>
            </a:extLst>
          </p:cNvPr>
          <p:cNvSpPr/>
          <p:nvPr/>
        </p:nvSpPr>
        <p:spPr>
          <a:xfrm>
            <a:off x="3319396" y="5401228"/>
            <a:ext cx="2481674" cy="3319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134A3DA-82B0-4727-815C-B697A4DDD201}"/>
              </a:ext>
            </a:extLst>
          </p:cNvPr>
          <p:cNvCxnSpPr>
            <a:cxnSpLocks/>
          </p:cNvCxnSpPr>
          <p:nvPr/>
        </p:nvCxnSpPr>
        <p:spPr>
          <a:xfrm>
            <a:off x="2509897" y="3223377"/>
            <a:ext cx="0" cy="217785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549D8F2-7B0C-4013-98F1-2CB75F31DC19}"/>
              </a:ext>
            </a:extLst>
          </p:cNvPr>
          <p:cNvCxnSpPr>
            <a:cxnSpLocks/>
          </p:cNvCxnSpPr>
          <p:nvPr/>
        </p:nvCxnSpPr>
        <p:spPr>
          <a:xfrm>
            <a:off x="4819647" y="3079610"/>
            <a:ext cx="0" cy="1895793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2C8E131-6B0E-4FC2-9664-020E6DC2EBB4}"/>
              </a:ext>
            </a:extLst>
          </p:cNvPr>
          <p:cNvCxnSpPr>
            <a:cxnSpLocks/>
          </p:cNvCxnSpPr>
          <p:nvPr/>
        </p:nvCxnSpPr>
        <p:spPr>
          <a:xfrm>
            <a:off x="1023502" y="3072675"/>
            <a:ext cx="0" cy="1895793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69ED765-0215-41E5-84F7-FA6891FFA7D0}"/>
              </a:ext>
            </a:extLst>
          </p:cNvPr>
          <p:cNvSpPr/>
          <p:nvPr/>
        </p:nvSpPr>
        <p:spPr>
          <a:xfrm>
            <a:off x="1023502" y="5069299"/>
            <a:ext cx="3797854" cy="331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FDA67F-3EA8-42B5-A56F-0E5BE34A3168}"/>
              </a:ext>
            </a:extLst>
          </p:cNvPr>
          <p:cNvSpPr/>
          <p:nvPr/>
        </p:nvSpPr>
        <p:spPr>
          <a:xfrm>
            <a:off x="2550856" y="5325028"/>
            <a:ext cx="733767" cy="1253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DAE7BB4-8176-41AF-9825-578B3A4D1703}"/>
              </a:ext>
            </a:extLst>
          </p:cNvPr>
          <p:cNvCxnSpPr>
            <a:cxnSpLocks/>
          </p:cNvCxnSpPr>
          <p:nvPr/>
        </p:nvCxnSpPr>
        <p:spPr>
          <a:xfrm>
            <a:off x="4165460" y="2795859"/>
            <a:ext cx="0" cy="180582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3C3463D-A5C3-402A-B398-855F62EE0B09}"/>
              </a:ext>
            </a:extLst>
          </p:cNvPr>
          <p:cNvCxnSpPr>
            <a:cxnSpLocks/>
          </p:cNvCxnSpPr>
          <p:nvPr/>
        </p:nvCxnSpPr>
        <p:spPr>
          <a:xfrm>
            <a:off x="4507865" y="2795859"/>
            <a:ext cx="0" cy="180582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C2E1C49-69A7-462F-8971-95656DAEF0CF}"/>
              </a:ext>
            </a:extLst>
          </p:cNvPr>
          <p:cNvCxnSpPr>
            <a:cxnSpLocks/>
          </p:cNvCxnSpPr>
          <p:nvPr/>
        </p:nvCxnSpPr>
        <p:spPr>
          <a:xfrm>
            <a:off x="1337153" y="2795859"/>
            <a:ext cx="0" cy="180582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91152EA-B489-4945-A8A5-A7CB31904ADB}"/>
              </a:ext>
            </a:extLst>
          </p:cNvPr>
          <p:cNvCxnSpPr>
            <a:cxnSpLocks/>
          </p:cNvCxnSpPr>
          <p:nvPr/>
        </p:nvCxnSpPr>
        <p:spPr>
          <a:xfrm>
            <a:off x="1693413" y="2795859"/>
            <a:ext cx="0" cy="180582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사다리꼴 12">
            <a:extLst>
              <a:ext uri="{FF2B5EF4-FFF2-40B4-BE49-F238E27FC236}">
                <a16:creationId xmlns:a16="http://schemas.microsoft.com/office/drawing/2014/main" id="{F660FC81-7454-4150-A736-1BD21D2454F3}"/>
              </a:ext>
            </a:extLst>
          </p:cNvPr>
          <p:cNvSpPr/>
          <p:nvPr/>
        </p:nvSpPr>
        <p:spPr>
          <a:xfrm rot="10800000">
            <a:off x="4193085" y="4645011"/>
            <a:ext cx="266357" cy="421574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다리꼴 42">
            <a:extLst>
              <a:ext uri="{FF2B5EF4-FFF2-40B4-BE49-F238E27FC236}">
                <a16:creationId xmlns:a16="http://schemas.microsoft.com/office/drawing/2014/main" id="{F531AC7F-1DAF-485C-83B5-E974CD8CF9BF}"/>
              </a:ext>
            </a:extLst>
          </p:cNvPr>
          <p:cNvSpPr/>
          <p:nvPr/>
        </p:nvSpPr>
        <p:spPr>
          <a:xfrm rot="10800000">
            <a:off x="1373770" y="4645012"/>
            <a:ext cx="266357" cy="421574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3A9DA04-7B89-4B89-A41D-5A1E41428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438" y="1443619"/>
            <a:ext cx="4692891" cy="497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2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E3155BD7-AAD5-45FA-ADA9-5E82419A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35" y="321632"/>
            <a:ext cx="10804123" cy="738650"/>
          </a:xfrm>
        </p:spPr>
        <p:txBody>
          <a:bodyPr/>
          <a:lstStyle/>
          <a:p>
            <a:r>
              <a:rPr lang="en-US" altLang="ko-KR" dirty="0"/>
              <a:t>DRC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4E2002-01B2-443F-B76E-57F6763CE1D5}"/>
              </a:ext>
            </a:extLst>
          </p:cNvPr>
          <p:cNvSpPr/>
          <p:nvPr/>
        </p:nvSpPr>
        <p:spPr>
          <a:xfrm>
            <a:off x="1643391" y="5890327"/>
            <a:ext cx="3444018" cy="408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DRC error (ratio</a:t>
            </a:r>
            <a:r>
              <a:rPr lang="ko-KR" altLang="en-US" dirty="0"/>
              <a:t> </a:t>
            </a:r>
            <a:r>
              <a:rPr lang="en-US" altLang="ko-KR" dirty="0"/>
              <a:t>&gt;=</a:t>
            </a:r>
            <a:r>
              <a:rPr lang="ko-KR" altLang="en-US" dirty="0"/>
              <a:t> </a:t>
            </a:r>
            <a:r>
              <a:rPr lang="en-US" altLang="ko-KR" dirty="0"/>
              <a:t>15)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69B018-DC48-4C9B-82D8-606700ADC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24" y="1979309"/>
            <a:ext cx="5694067" cy="33783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1468E75-9718-4D67-9D98-985BBDD99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44" y="1880514"/>
            <a:ext cx="4941631" cy="415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0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E3155BD7-AAD5-45FA-ADA9-5E82419A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35" y="321632"/>
            <a:ext cx="10804123" cy="738650"/>
          </a:xfrm>
        </p:spPr>
        <p:txBody>
          <a:bodyPr/>
          <a:lstStyle/>
          <a:p>
            <a:r>
              <a:rPr lang="en-US" altLang="ko-KR" dirty="0"/>
              <a:t>DRC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12388C-7528-43A0-90EE-B62DFBE3B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36" y="1524000"/>
            <a:ext cx="5602200" cy="47801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2182E4-C01A-4652-8B0B-00FB232AD7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763" y="1524000"/>
            <a:ext cx="5489251" cy="467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E3155BD7-AAD5-45FA-ADA9-5E82419A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35" y="321632"/>
            <a:ext cx="10804123" cy="738650"/>
          </a:xfrm>
        </p:spPr>
        <p:txBody>
          <a:bodyPr/>
          <a:lstStyle/>
          <a:p>
            <a:r>
              <a:rPr lang="en-US" altLang="ko-KR" dirty="0"/>
              <a:t>DRC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305FA1-DA8A-4A41-8326-86055B9E2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70" y="1509486"/>
            <a:ext cx="11528849" cy="387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48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52</Words>
  <Application>Microsoft Office PowerPoint</Application>
  <PresentationFormat>와이드스크린</PresentationFormat>
  <Paragraphs>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</vt:lpstr>
      <vt:lpstr>맑은 고딕</vt:lpstr>
      <vt:lpstr>Arial</vt:lpstr>
      <vt:lpstr>Office 테마</vt:lpstr>
      <vt:lpstr>3조 antenna Rules | ANT.3 – 15um</vt:lpstr>
      <vt:lpstr>ANT.3</vt:lpstr>
      <vt:lpstr>DRC</vt:lpstr>
      <vt:lpstr>DRC</vt:lpstr>
      <vt:lpstr>DRC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fl27</dc:creator>
  <cp:lastModifiedBy>fl27</cp:lastModifiedBy>
  <cp:revision>13</cp:revision>
  <dcterms:created xsi:type="dcterms:W3CDTF">2026-07-23T01:58:53Z</dcterms:created>
  <dcterms:modified xsi:type="dcterms:W3CDTF">2026-07-23T09:21:56Z</dcterms:modified>
</cp:coreProperties>
</file>