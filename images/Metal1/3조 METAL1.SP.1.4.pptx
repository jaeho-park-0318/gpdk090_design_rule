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38" r:id="rId2"/>
    <p:sldId id="53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7331-7F84-4EDE-A3F0-72E7340B1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4651D95-54F1-4A25-A095-41A10A6898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6552AA-7914-4C63-8669-93D983B3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806-D603-4070-8FDE-11A206A7374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FF62EA-8F39-4460-BCC6-9D51ACCBF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6A4EC3-2495-402E-B4B9-D41318602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CB37-5420-412C-B94D-E6862DCEE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572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F22B76-5E1D-4BA6-BA17-EC703CF84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5B05BF-916D-4D56-A34E-C68F77727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28DCAF-EC93-401C-A31A-F700EAF62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806-D603-4070-8FDE-11A206A7374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53C705-97C5-4CB8-9F0F-093A7D749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054578-B9DE-4401-B6C4-2786CFDBA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CB37-5420-412C-B94D-E6862DCEE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14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3D969E-9FB8-4C12-9254-39C0DCC0C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79E3CE-A1D8-4FB9-9813-25ADF80C7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194135-68EB-4928-B76B-50BBB9762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806-D603-4070-8FDE-11A206A7374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96F0D6-C81A-4AFE-889E-BC048B08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8E92A9-4F23-455E-829E-612ACEAB1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CB37-5420-412C-B94D-E6862DCEE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615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6E77D-F509-40C2-8F0E-C522B1AFC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BE4EF3-47A8-49F4-AF9F-4264B6F52D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1834E2-1BAF-4343-A724-9B5E35662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F37AC9-301E-4F10-8ADA-756B7A2E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806-D603-4070-8FDE-11A206A7374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E19A3F-D44C-4D0C-BF1D-CF7678017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CF0250-79F2-4C27-9866-D94E0AEE1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CB37-5420-412C-B94D-E6862DCEE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495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29A562-F0DA-4CB1-A0CC-929F5BFCE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0B543B-AAF3-4F5B-AE0E-997819CEC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BCE3BE-6364-4915-9841-035DEC559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2A2A5D-04B2-4A82-A3B0-A47A03BAC1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2F16242-914D-4B15-924D-2C4E114D25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E5F6C23-7843-411B-9F37-EFBF14E08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806-D603-4070-8FDE-11A206A7374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593BD5E-A47E-426D-956D-873DC514C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A521B0-7148-4BF1-952C-108C34711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CB37-5420-412C-B94D-E6862DCEE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5062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6B2220-AF42-492A-8B30-6444E437F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032A53-474F-4FB2-A899-D8BEC5C4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806-D603-4070-8FDE-11A206A7374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BE280D-871D-41ED-82B6-972A5CDA4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152DA6-442D-452C-BB9D-88439D5D2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CB37-5420-412C-B94D-E6862DCEE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520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27EFA0-349D-4904-B7F5-CBA6D265A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806-D603-4070-8FDE-11A206A7374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3A0C1D1-856E-49B0-A6D4-5D641BD20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0C99E6-2CAB-4D6F-8E9C-4D3D493DE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CB37-5420-412C-B94D-E6862DCEE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384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E23BD-E944-4A2A-A391-AD543C9D2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23E8ED-0FD6-4AA5-A823-352BAC116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0E7561-C128-421C-9DD9-0071848DB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D07107-4A86-4EE2-928D-E19B21AF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806-D603-4070-8FDE-11A206A7374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CCCFFB-1352-408D-AA3A-B0AD2EDF5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B22802-571D-4603-8BAE-E2DB0FB5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CB37-5420-412C-B94D-E6862DCEE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186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094FA9-C47E-4C15-B650-B642507B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F12D42-E5B8-4D1D-9B8D-DDB1097EA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2C6143-1C6E-4E97-9B68-B26B6ED06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411DC6-5A92-4D9B-B628-28D7E3458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806-D603-4070-8FDE-11A206A7374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CF9A2F-4B1B-4EAF-AC1E-854D22135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194248-22E8-4148-9A60-B24C737BF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CB37-5420-412C-B94D-E6862DCEE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1848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C90B7A-422A-4AA0-8EEE-2A914025E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213267-D322-4536-BEF1-2313573CAC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37B9FD-5DD0-4D61-831E-7636915B0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806-D603-4070-8FDE-11A206A7374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6BECA2-F49F-4820-AE8E-89F67BBF6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035162-79B0-4B07-B789-F8CEE0036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CB37-5420-412C-B94D-E6862DCEE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111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629C878-FB52-4C2B-AB07-5D7603661E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66208B-467D-4AA1-8844-A33258C9DD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784F2F-67C2-4D54-8A66-67BA540CD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2806-D603-4070-8FDE-11A206A7374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4FA5A9-AF30-46A8-B605-5B29D6F77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DD08C4-FA21-49EC-93A8-DBC111C82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CB37-5420-412C-B94D-E6862DCEE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333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240"/>
            <a:ext cx="12191995" cy="6855518"/>
          </a:xfrm>
          <a:prstGeom prst="rect">
            <a:avLst/>
          </a:prstGeom>
        </p:spPr>
      </p:pic>
      <p:sp>
        <p:nvSpPr>
          <p:cNvPr id="15" name="내용 개체 틀 2"/>
          <p:cNvSpPr>
            <a:spLocks noGrp="1"/>
          </p:cNvSpPr>
          <p:nvPr>
            <p:ph idx="1" hasCustomPrompt="1"/>
          </p:nvPr>
        </p:nvSpPr>
        <p:spPr>
          <a:xfrm>
            <a:off x="609601" y="1485236"/>
            <a:ext cx="10972800" cy="4823418"/>
          </a:xfrm>
        </p:spPr>
        <p:txBody>
          <a:bodyPr>
            <a:normAutofit/>
          </a:bodyPr>
          <a:lstStyle>
            <a:lvl1pPr algn="l">
              <a:buNone/>
              <a:defRPr sz="2000" i="1" baseline="0">
                <a:solidFill>
                  <a:srgbClr val="07B8E1"/>
                </a:solidFill>
                <a:latin typeface="+mj-lt"/>
                <a:ea typeface="맑은 고딕" pitchFamily="50" charset="-127"/>
              </a:defRPr>
            </a:lvl1pPr>
            <a:lvl2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2pPr>
            <a:lvl3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3pPr>
            <a:lvl4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4pPr>
            <a:lvl5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5pPr>
          </a:lstStyle>
          <a:p>
            <a:pPr lvl="0"/>
            <a:r>
              <a:rPr lang="en-US" altLang="ko-KR"/>
              <a:t>Replaced with your own text</a:t>
            </a:r>
            <a:endParaRPr lang="ko-KR" altLang="en-US"/>
          </a:p>
        </p:txBody>
      </p:sp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609601" y="189391"/>
            <a:ext cx="10972801" cy="798568"/>
          </a:xfrm>
        </p:spPr>
        <p:txBody>
          <a:bodyPr vert="horz" lIns="99569" tIns="49785" rIns="99569" bIns="49785" rtlCol="0" anchor="ctr">
            <a:normAutofit/>
          </a:bodyPr>
          <a:lstStyle>
            <a:lvl1pPr algn="ctr" defTabSz="995491" rtl="0" eaLnBrk="1" latinLnBrk="1" hangingPunct="1">
              <a:spcBef>
                <a:spcPct val="0"/>
              </a:spcBef>
              <a:buNone/>
              <a:defRPr lang="ko-KR" altLang="en-US" sz="3999" b="1" kern="1200" baseline="0" dirty="0">
                <a:solidFill>
                  <a:schemeClr val="bg1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2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1" y="6500837"/>
            <a:ext cx="2844800" cy="220641"/>
          </a:xfrm>
        </p:spPr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2026-07-23</a:t>
            </a:fld>
            <a:endParaRPr lang="ko-KR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602" y="6500837"/>
            <a:ext cx="3860800" cy="22064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1" y="6500837"/>
            <a:ext cx="2844800" cy="220641"/>
          </a:xfrm>
        </p:spPr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948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0D5AAF-E9FC-4716-A3CB-938CE6264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9F8C10-5A4E-4C67-AEF5-4D55BA3EF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740F94-7882-404C-B07B-6505658255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22806-D603-4070-8FDE-11A206A7374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C66632-A040-42C1-A297-048ACA8C1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62BB4C-230C-441A-B54E-B3DFFDBF6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12CB37-5420-412C-B94D-E6862DCEE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665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D9B9A65-D2E9-4C76-9F7E-EA0EB145A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86" y="189390"/>
            <a:ext cx="10804123" cy="738650"/>
          </a:xfrm>
        </p:spPr>
        <p:txBody>
          <a:bodyPr/>
          <a:lstStyle/>
          <a:p>
            <a:r>
              <a:rPr lang="en-US" altLang="ko-KR" dirty="0"/>
              <a:t>METAL1.SP.1.4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F190B8F-4F77-48BE-9231-F8D7E0A10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46" y="1563563"/>
            <a:ext cx="6033510" cy="4796991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4998B888-4039-4D74-871A-827748DDC119}"/>
              </a:ext>
            </a:extLst>
          </p:cNvPr>
          <p:cNvSpPr/>
          <p:nvPr/>
        </p:nvSpPr>
        <p:spPr>
          <a:xfrm>
            <a:off x="5974047" y="3228197"/>
            <a:ext cx="266358" cy="3692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 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F5690D2-2A1B-459C-9432-BF2FE19F501D}"/>
              </a:ext>
            </a:extLst>
          </p:cNvPr>
          <p:cNvSpPr/>
          <p:nvPr/>
        </p:nvSpPr>
        <p:spPr>
          <a:xfrm>
            <a:off x="7867676" y="4993539"/>
            <a:ext cx="3248530" cy="39672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1B20B8F-4280-4C99-8810-99DA20F6F5B9}"/>
              </a:ext>
            </a:extLst>
          </p:cNvPr>
          <p:cNvSpPr/>
          <p:nvPr/>
        </p:nvSpPr>
        <p:spPr>
          <a:xfrm>
            <a:off x="7867675" y="5390262"/>
            <a:ext cx="3248530" cy="90268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/>
              <a:t>P-substrate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6D00CC9-33A3-424B-9866-3AEAE49F6A87}"/>
              </a:ext>
            </a:extLst>
          </p:cNvPr>
          <p:cNvSpPr/>
          <p:nvPr/>
        </p:nvSpPr>
        <p:spPr>
          <a:xfrm>
            <a:off x="7867674" y="4236753"/>
            <a:ext cx="3248531" cy="7386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/>
              <a:t>ILD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9840F03-07C4-412E-89EF-E16700022BB1}"/>
              </a:ext>
            </a:extLst>
          </p:cNvPr>
          <p:cNvSpPr/>
          <p:nvPr/>
        </p:nvSpPr>
        <p:spPr>
          <a:xfrm>
            <a:off x="8140779" y="968727"/>
            <a:ext cx="485844" cy="2388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AF7D30B-4B42-43AE-994A-799BD7AE6BC1}"/>
              </a:ext>
            </a:extLst>
          </p:cNvPr>
          <p:cNvSpPr/>
          <p:nvPr/>
        </p:nvSpPr>
        <p:spPr>
          <a:xfrm>
            <a:off x="9138339" y="963489"/>
            <a:ext cx="1632891" cy="2388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44D0E36-6822-4202-8566-E704CB9B3B0A}"/>
              </a:ext>
            </a:extLst>
          </p:cNvPr>
          <p:cNvCxnSpPr/>
          <p:nvPr/>
        </p:nvCxnSpPr>
        <p:spPr>
          <a:xfrm>
            <a:off x="8140780" y="3429000"/>
            <a:ext cx="0" cy="716470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B3D1872-4DE0-4B58-ACB4-1BBD7CF0F4BC}"/>
              </a:ext>
            </a:extLst>
          </p:cNvPr>
          <p:cNvCxnSpPr/>
          <p:nvPr/>
        </p:nvCxnSpPr>
        <p:spPr>
          <a:xfrm>
            <a:off x="8626623" y="3429000"/>
            <a:ext cx="0" cy="716470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0E13B652-C447-4187-99FF-417F4F45054B}"/>
              </a:ext>
            </a:extLst>
          </p:cNvPr>
          <p:cNvCxnSpPr/>
          <p:nvPr/>
        </p:nvCxnSpPr>
        <p:spPr>
          <a:xfrm>
            <a:off x="9138339" y="3429000"/>
            <a:ext cx="0" cy="716470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B911B3E-4E50-4D90-B08E-5EA13017FA2F}"/>
              </a:ext>
            </a:extLst>
          </p:cNvPr>
          <p:cNvCxnSpPr/>
          <p:nvPr/>
        </p:nvCxnSpPr>
        <p:spPr>
          <a:xfrm>
            <a:off x="10771230" y="3429000"/>
            <a:ext cx="0" cy="716470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554ACCC-C7E6-44FD-A268-35F2E75669F4}"/>
              </a:ext>
            </a:extLst>
          </p:cNvPr>
          <p:cNvSpPr/>
          <p:nvPr/>
        </p:nvSpPr>
        <p:spPr>
          <a:xfrm>
            <a:off x="8140780" y="4036228"/>
            <a:ext cx="485837" cy="1805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E2F4BF1-6C80-4807-AA65-6941FA189CB3}"/>
              </a:ext>
            </a:extLst>
          </p:cNvPr>
          <p:cNvSpPr/>
          <p:nvPr/>
        </p:nvSpPr>
        <p:spPr>
          <a:xfrm>
            <a:off x="9138339" y="4036228"/>
            <a:ext cx="1632886" cy="1624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B137703-D691-4575-A9AD-B75CEAB0B976}"/>
              </a:ext>
            </a:extLst>
          </p:cNvPr>
          <p:cNvCxnSpPr/>
          <p:nvPr/>
        </p:nvCxnSpPr>
        <p:spPr>
          <a:xfrm>
            <a:off x="8692738" y="2202873"/>
            <a:ext cx="38001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E09AA30F-1636-4046-BE0D-60072A2E347D}"/>
              </a:ext>
            </a:extLst>
          </p:cNvPr>
          <p:cNvSpPr/>
          <p:nvPr/>
        </p:nvSpPr>
        <p:spPr>
          <a:xfrm>
            <a:off x="8463876" y="2393700"/>
            <a:ext cx="837211" cy="148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rgbClr val="FF0000"/>
                </a:solidFill>
              </a:rPr>
              <a:t>&gt; 0.90um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F79C400C-DE31-49FA-A4BC-A381C4A0343E}"/>
              </a:ext>
            </a:extLst>
          </p:cNvPr>
          <p:cNvCxnSpPr>
            <a:cxnSpLocks/>
          </p:cNvCxnSpPr>
          <p:nvPr/>
        </p:nvCxnSpPr>
        <p:spPr>
          <a:xfrm flipV="1">
            <a:off x="9197439" y="3129149"/>
            <a:ext cx="1490353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D8CCEC5-0656-4FB4-BC4D-728D85D8A8FE}"/>
              </a:ext>
            </a:extLst>
          </p:cNvPr>
          <p:cNvSpPr/>
          <p:nvPr/>
        </p:nvSpPr>
        <p:spPr>
          <a:xfrm>
            <a:off x="9491939" y="2925544"/>
            <a:ext cx="837211" cy="148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rgbClr val="FF0000"/>
                </a:solidFill>
              </a:rPr>
              <a:t>&gt; 0.3um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53CBFAA-CDB9-4061-A4D2-9A774F3DB952}"/>
              </a:ext>
            </a:extLst>
          </p:cNvPr>
          <p:cNvCxnSpPr/>
          <p:nvPr/>
        </p:nvCxnSpPr>
        <p:spPr>
          <a:xfrm>
            <a:off x="10836234" y="1015340"/>
            <a:ext cx="0" cy="229193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3E8B61F-F29E-4670-99BD-A015EC543CA2}"/>
              </a:ext>
            </a:extLst>
          </p:cNvPr>
          <p:cNvSpPr/>
          <p:nvPr/>
        </p:nvSpPr>
        <p:spPr>
          <a:xfrm rot="5400000">
            <a:off x="10560376" y="1989307"/>
            <a:ext cx="837211" cy="148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rgbClr val="FF0000"/>
                </a:solidFill>
              </a:rPr>
              <a:t>&gt; 0.3um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722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55409C1B-E027-462C-8AE1-3A496D2E5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35" y="1438513"/>
            <a:ext cx="4961736" cy="457035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DA73812-5EC4-4605-873C-7E5965B26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914" y="1352269"/>
            <a:ext cx="4837274" cy="4740658"/>
          </a:xfrm>
          <a:prstGeom prst="rect">
            <a:avLst/>
          </a:prstGeom>
        </p:spPr>
      </p:pic>
      <p:sp>
        <p:nvSpPr>
          <p:cNvPr id="6" name="제목 2">
            <a:extLst>
              <a:ext uri="{FF2B5EF4-FFF2-40B4-BE49-F238E27FC236}">
                <a16:creationId xmlns:a16="http://schemas.microsoft.com/office/drawing/2014/main" id="{E3155BD7-AAD5-45FA-ADA9-5E82419A2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835" y="321632"/>
            <a:ext cx="10804123" cy="738650"/>
          </a:xfrm>
        </p:spPr>
        <p:txBody>
          <a:bodyPr/>
          <a:lstStyle/>
          <a:p>
            <a:r>
              <a:rPr lang="en-US" altLang="ko-KR" dirty="0"/>
              <a:t>DRC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B4E2002-01B2-443F-B76E-57F6763CE1D5}"/>
              </a:ext>
            </a:extLst>
          </p:cNvPr>
          <p:cNvSpPr/>
          <p:nvPr/>
        </p:nvSpPr>
        <p:spPr>
          <a:xfrm>
            <a:off x="1301617" y="6182985"/>
            <a:ext cx="3444018" cy="408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/>
              <a:t>DRC error (space = 0.74um)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76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23</Words>
  <Application>Microsoft Office PowerPoint</Application>
  <PresentationFormat>와이드스크린</PresentationFormat>
  <Paragraphs>10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Noto Sans</vt:lpstr>
      <vt:lpstr>맑은 고딕</vt:lpstr>
      <vt:lpstr>Arial</vt:lpstr>
      <vt:lpstr>Office 테마</vt:lpstr>
      <vt:lpstr>METAL1.SP.1.4</vt:lpstr>
      <vt:lpstr>DRC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fl27</dc:creator>
  <cp:lastModifiedBy>fl27</cp:lastModifiedBy>
  <cp:revision>7</cp:revision>
  <dcterms:created xsi:type="dcterms:W3CDTF">2026-07-23T01:58:53Z</dcterms:created>
  <dcterms:modified xsi:type="dcterms:W3CDTF">2026-07-23T03:54:52Z</dcterms:modified>
</cp:coreProperties>
</file>